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line up front: we built it, we tested it, it lost. This is a result, not a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ask 'did you check under a different column name' — yes, exhaustively, all 38 columns in every file. GazeWindow_ms is the obvious candidate and it is a time, verified four independent 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on terminology: it is LEAD vs LAG, a binary split at zero on the signed angular error. Not 'on-point'. There is a Direction column with Left/Right, but it labels which side the target starts on, not a choice the participant made, so it cannot serve as a DDM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39 of 40 CELLS, not trials. A cell is one participant at one speed. The one that falls short, CMT010 at 75 deg/s, has a 6.7% minority share which clears the 5% bar but only 8 minority trials, below the 10-trial minimum. It is not excluded, it just leans on the group in the hierarchical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elpd is expected log predictive density — how well a model predicts data it has not seen. Higher is better. A difference of 12.6 standard errors is overwhelming; anything past about 4 is considered decisive. The model weight of 0.0005 means that if you had to bet on one model, you would put 0.05% on the two-boundary.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spend time on. The model is not failing because two boundaries are the wrong idea — it is failing because a diffusion that produces a 35/65 split necessarily produces reaction times far more variable than we observe. Adding drift variability, the standard fix, made it strictly worse.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lead/lag effect is the keeper — it needs no model at all and it is beautifully consistent. On t0: we checked whether the two-boundary number might be the better estimate. It is not. Simulating from a Wald with a known t0 of 170 ms, the two-boundary model recovers 200.5 ms — a +30 ms artifact, almost exactly the inflation we see in the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with: this is a result. Then the four things that would reopen it. The gaze variable is the one to push on because it also fixes the comparability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last one — the lead/lag effect is ours to keep regardless of which model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Two-Boundary vs Single-Boundary Model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KINARM interception task — reaction-time modelling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41248" y="3346704"/>
            <a:ext cx="137160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611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with the single-boundary model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participants  ·  40 participant × speed cells  ·  4,736 trials  ·  hand only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two-boundary model needs RT AND a per-trial two-way outcome. A Wald needs only RT.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29584" cy="2103120"/>
          </a:xfrm>
          <a:prstGeom prst="roundRect">
            <a:avLst>
              <a:gd name="adj" fmla="val 3043"/>
            </a:avLst>
          </a:prstGeom>
          <a:solidFill>
            <a:srgbClr val="EEF1F7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83080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5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Single-boundary (Wald)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67128"/>
            <a:ext cx="305409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reaction time only.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drift v, boundary a, non-decision time t₀.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our current pipeline.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5112" y="1600200"/>
            <a:ext cx="3529584" cy="2103120"/>
          </a:xfrm>
          <a:prstGeom prst="roundRect">
            <a:avLst>
              <a:gd name="adj" fmla="val 3043"/>
            </a:avLst>
          </a:prstGeom>
          <a:solidFill>
            <a:srgbClr val="EEF1F7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2856" y="1783080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4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Two-boundary (DDM)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62856" y="2167128"/>
            <a:ext cx="305409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reaction time AND which of two responses was made, jointly.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start point w — a bias the Wald cannot express.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83296" y="1600200"/>
            <a:ext cx="3529584" cy="2103120"/>
          </a:xfrm>
          <a:prstGeom prst="roundRect">
            <a:avLst>
              <a:gd name="adj" fmla="val 3043"/>
            </a:avLst>
          </a:prstGeom>
          <a:solidFill>
            <a:srgbClr val="EEF1F7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783080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professors asked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167128"/>
            <a:ext cx="305409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interception task has spatial structure the RT-only model ignores.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question — so we tested it properly.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968496"/>
            <a:ext cx="11045952" cy="2395728"/>
          </a:xfrm>
          <a:prstGeom prst="roundRect">
            <a:avLst>
              <a:gd name="adj" fmla="val 1908"/>
            </a:avLst>
          </a:prstGeom>
          <a:solidFill>
            <a:srgbClr val="FFF4F0"/>
          </a:solidFill>
          <a:ln w="15875">
            <a:solidFill>
              <a:srgbClr val="B240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15137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4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blocker we hit first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572000"/>
            <a:ext cx="104241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— works. SignedError_deg gives a per-trial two-way outcome (83.2% of trials present).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— impossible. We audited all 38 columns across pooled_data.csv and all 16 master files. The only gaze columns are GazeSRT_ms and GazeWindow_ms, and GazeWindow_ms is a TIME, not a position.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four ways: integer-valued every trial; does not scale with target speed (18.0 / 6.4 / 10.5 ms); near-zero correlation with every spatial variable; ±0.62 with the two RTs.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two-boundary model can only ever be fitted to the hand — which breaks the eye-vs-hand comparability we dropped LATER to protect.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— exactly what we used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coding, filters, and the four tests we ran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394960" cy="2157984"/>
          </a:xfrm>
          <a:prstGeom prst="roundRect">
            <a:avLst>
              <a:gd name="adj" fmla="val 2119"/>
            </a:avLst>
          </a:prstGeom>
          <a:solidFill>
            <a:srgbClr val="EEF1F7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007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66544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HandRT_ms — reaction time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SignedError_deg — the outcome. Equals wrap(HandDir_deg − TargetDir_deg), verified to 1e-12 on all 5,760 trials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Speed_deg_per_s, Participant, BlockType = 'I'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536192"/>
            <a:ext cx="5394960" cy="2157984"/>
          </a:xfrm>
          <a:prstGeom prst="roundRect">
            <a:avLst>
              <a:gd name="adj" fmla="val 2119"/>
            </a:avLst>
          </a:prstGeom>
          <a:solidFill>
            <a:srgbClr val="EEF1F7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17007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Coding:  LEAD vs LAG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066544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= positive signed error = hand ahead of the target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= negative = hand behind the target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left/right flip needed — both sides travel counter-clockwise (target displaces +17.8°/+35.3° left, +19.0°/+39.9° right)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895344"/>
            <a:ext cx="11045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tests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66928" y="435254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4416552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3525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audit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828032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split balanced enough to identify the model?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55848" y="435254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55848" y="4416552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43525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fit (MLE)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355848" y="4828032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both models to the same 40 cells, compare likelihood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44768" y="435254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44768" y="4416552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43525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Bayes + LOO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144768" y="4828032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rigorous version — PyMC, partial pooling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33688" y="435254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33688" y="4416552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464040" y="43525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control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933688" y="4828032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FROM the two-boundary model, re-run the test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053328"/>
            <a:ext cx="11045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interception blocks only, RT 150–800 ms, non-zero signed error  →  5,760 trials in, 4,736 usable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the data can support the model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fitting anything: is the lead/lag split balanced enough to identify the parameters?</a:t>
            </a:r>
            <a:endParaRPr lang="en-US" sz="1500" dirty="0"/>
          </a:p>
        </p:txBody>
      </p:sp>
      <p:pic>
        <p:nvPicPr>
          <p:cNvPr id="4" name="Image 0" descr="fig1_out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11027664" cy="43251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852160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share 32–38% at every speed — six times above the 5% identifiability floor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of 40 cells clear both criteria (≥5% minority share AND ≥10 minority trials)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0 deg/s has only 8 cells, because CMT003–CMT010 have no direction data at that speed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the result: the two-boundary model loses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fitted to the same data with the same number of parameters, so likelihoods compare directly</a:t>
            </a:r>
            <a:endParaRPr lang="en-US" sz="1500" dirty="0"/>
          </a:p>
        </p:txBody>
      </p:sp>
      <p:pic>
        <p:nvPicPr>
          <p:cNvPr id="4" name="Image 0" descr="fig2_verdi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11027664" cy="43251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852160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Bayesian LOO: Wald × Bernoulli 6,790 vs two-boundary 6,218 — a gap of 571.9 ± 45.5, or 12.6 standard errors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 for the two-boundary DDM: 0.0005. Per-cell MLE agrees — it wins in only 7 of 40 cells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splitting the loss shows the decision structure is NOT the problem — the choice term is positive and grows with speed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why it loses (this is the interesting part)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two-boundary model gets the decision right and the reaction-time distribution wrong</a:t>
            </a:r>
            <a:endParaRPr lang="en-US" sz="1500" dirty="0"/>
          </a:p>
        </p:txBody>
      </p:sp>
      <p:pic>
        <p:nvPicPr>
          <p:cNvPr id="4" name="Image 0" descr="fig3_diagno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11027664" cy="43251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852160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RT distribution is 13 ms too fast at the 5th percentile and 51 ms too slow at the 95th — far too spread out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Goodness-of-fit: median KS 0.141 vs the Wald's 0.066, against a critical value of 0.088. Worse in 39 of 40 cells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tried the standard fix (drift variability). The likelihood decreased monotonically — it made the fit worse, not better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what survives, and the t₀ warning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solid model-free finding, and one number not to report</a:t>
            </a:r>
            <a:endParaRPr lang="en-US" sz="1500" dirty="0"/>
          </a:p>
        </p:txBody>
      </p:sp>
      <p:pic>
        <p:nvPicPr>
          <p:cNvPr id="4" name="Image 0" descr="fig4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11027664" cy="43251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852160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KEEPER: lead responses are slower than lag — +20.2 ms at 75 deg/s and +37.7 ms at 150, in 16 of 16 cells both times, and nothing at 0 deg/s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the two-boundary t₀ is inflated by ~22 ms in all 40 cells. Recovery simulation shows +30 ms bias when the truth is single-boundary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published single-boundary t₀ values stand. The start point w = 0.403 is also suspect for the same reason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single-boundary — and report the two-boundary test as a result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94960" cy="2212848"/>
          </a:xfrm>
          <a:prstGeom prst="roundRect">
            <a:avLst>
              <a:gd name="adj" fmla="val 2893"/>
            </a:avLst>
          </a:prstGeom>
          <a:solidFill>
            <a:srgbClr val="EEF1F7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55648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report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39696"/>
            <a:ext cx="49194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Single-boundary Wald stays primary, for hand and eye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two-boundary test as a finding, not an omission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lead/lag RT effect as a model-free result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Wald's honest limits: weak t₀ identifiability, 130 ms floor binding in 14 of 40 hand cells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572768"/>
            <a:ext cx="5394960" cy="2212848"/>
          </a:xfrm>
          <a:prstGeom prst="roundRect">
            <a:avLst>
              <a:gd name="adj" fmla="val 2893"/>
            </a:avLst>
          </a:prstGeom>
          <a:solidFill>
            <a:srgbClr val="EEF1F7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755648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4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one-line version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55664" y="2139696"/>
            <a:ext cx="49194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decline to fit a two-boundary model. We fitted it, validated it four ways, extended it, and it lost by 12.6 standard errors — for a specific, diagnosable reason we can explain.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041648"/>
            <a:ext cx="11045952" cy="2304288"/>
          </a:xfrm>
          <a:prstGeom prst="roundRect">
            <a:avLst>
              <a:gd name="adj" fmla="val 1984"/>
            </a:avLst>
          </a:prstGeom>
          <a:solidFill>
            <a:srgbClr val="EEF1F7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22452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change our minds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645152"/>
            <a:ext cx="104241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gaze spatial variable — saccade landing position out of the raw KINARM traces. Restores eye/hand symmetry and lets us run the same test on the eye.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discrete choice in the task — two targets, a cued alternative, anything the participant actually chose between. None exists in the current data.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diffusion model (Smith 2016; Ratcliff 2018) — the principled model for a continuous spatial response. Caveat: it may inherit the same RT-precision problem.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the missing 0 deg/s data — CMT003–CMT010 have no direction data there, costing us 8 of 16 cells at the cleanest baseline condition.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to remember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847088"/>
            <a:ext cx="3291840" cy="1755648"/>
          </a:xfrm>
          <a:prstGeom prst="roundRect">
            <a:avLst>
              <a:gd name="adj" fmla="val 3125"/>
            </a:avLst>
          </a:prstGeom>
          <a:solidFill>
            <a:srgbClr val="2A3573"/>
          </a:solidFill>
          <a:ln w="12700">
            <a:solidFill>
              <a:srgbClr val="3E4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2416" y="2066544"/>
            <a:ext cx="2852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12.6 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42416" y="2761488"/>
            <a:ext cx="2852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decisively the two-boundary model lost (LOO)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07408" y="1847088"/>
            <a:ext cx="3291840" cy="1755648"/>
          </a:xfrm>
          <a:prstGeom prst="roundRect">
            <a:avLst>
              <a:gd name="adj" fmla="val 3125"/>
            </a:avLst>
          </a:prstGeom>
          <a:solidFill>
            <a:srgbClr val="2A3573"/>
          </a:solidFill>
          <a:ln w="12700">
            <a:solidFill>
              <a:srgbClr val="3E4A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26864" y="2066544"/>
            <a:ext cx="2852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40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626864" y="2761488"/>
            <a:ext cx="2852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where it beat the simpler 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91856" y="1847088"/>
            <a:ext cx="3291840" cy="1755648"/>
          </a:xfrm>
          <a:prstGeom prst="roundRect">
            <a:avLst>
              <a:gd name="adj" fmla="val 3125"/>
            </a:avLst>
          </a:prstGeom>
          <a:solidFill>
            <a:srgbClr val="2A3573"/>
          </a:solidFill>
          <a:ln w="12700">
            <a:solidFill>
              <a:srgbClr val="3E4A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11312" y="2066544"/>
            <a:ext cx="2852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 / 40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211312" y="2761488"/>
            <a:ext cx="2852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enough data to fit it — data was never the problem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950208"/>
            <a:ext cx="3291840" cy="1755648"/>
          </a:xfrm>
          <a:prstGeom prst="roundRect">
            <a:avLst>
              <a:gd name="adj" fmla="val 3125"/>
            </a:avLst>
          </a:prstGeom>
          <a:solidFill>
            <a:srgbClr val="2A3573"/>
          </a:solidFill>
          <a:ln w="12700">
            <a:solidFill>
              <a:srgbClr val="3E4A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42416" y="4169664"/>
            <a:ext cx="2852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0.141 vs 0.066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1042416" y="4864608"/>
            <a:ext cx="2852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RT goodness-of-fit vs the Wald (0.088 = fail)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07408" y="3950208"/>
            <a:ext cx="3291840" cy="1755648"/>
          </a:xfrm>
          <a:prstGeom prst="roundRect">
            <a:avLst>
              <a:gd name="adj" fmla="val 3125"/>
            </a:avLst>
          </a:prstGeom>
          <a:solidFill>
            <a:srgbClr val="2A3573"/>
          </a:solidFill>
          <a:ln w="12700">
            <a:solidFill>
              <a:srgbClr val="3E4A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26864" y="4169664"/>
            <a:ext cx="2852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+22 ms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626864" y="4864608"/>
            <a:ext cx="2852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 inflation — an artifact, not a correction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91856" y="3950208"/>
            <a:ext cx="3291840" cy="1755648"/>
          </a:xfrm>
          <a:prstGeom prst="roundRect">
            <a:avLst>
              <a:gd name="adj" fmla="val 3125"/>
            </a:avLst>
          </a:prstGeom>
          <a:solidFill>
            <a:srgbClr val="2A3573"/>
          </a:solidFill>
          <a:ln w="12700">
            <a:solidFill>
              <a:srgbClr val="3E4A8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11312" y="4169664"/>
            <a:ext cx="2852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+37.7 ms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211312" y="4864608"/>
            <a:ext cx="2852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lead-vs-lag RT cost at 150 deg/s, 16/16 cells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2026-09-13T21:21:05Z</dcterms:created>
  <dcterms:modified xsi:type="dcterms:W3CDTF">2026-09-13T21:21:05Z</dcterms:modified>
</cp:coreProperties>
</file>